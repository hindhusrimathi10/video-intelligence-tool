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VIDEO 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B82F6"/>
                </a:solidFill>
              </a:rPr>
              <a:t>INTELLIGENCE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01752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Primary Company: MrBeast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Competitors: PewDiePie | Markiplier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Report Generated: May 20,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— Video Marketing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84124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79552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26517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26517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488,000,000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subscribers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297680"/>
            <a:ext cx="26517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429768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110,000,000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subscribers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297680"/>
            <a:ext cx="26517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429768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38,600,000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subscribers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CHANNEL OVERVIEW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SUBSCRIBERS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488,000,000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123,235,531,638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UPLOAD FREQ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Every 2.0 days (Very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152,949,669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1,673,483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39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49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256,592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91440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SUBSCRIBERS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110,000,000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VIDEOS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4,661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29,498,000,196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566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UPLOAD FREQ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794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Every 19.3 days (Inf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206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2,501,037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846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149,756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48639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7149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6,709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914400"/>
            <a:ext cx="26517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SUBSCRIBERS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38,600,000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VIDEOS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5,858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TOTAL 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23,521,053,420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566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UPLOAD FREQ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794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Every 2.2 days (Very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206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1,274,880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4846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82,917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48639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57149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3,464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CONTENT PERFORMANCE — TOP VIDEOS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Subscribe for $10,000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564,680,752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3,423,672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I’m Granting Wishes For My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316,784,749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3,045,827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Guess The Animal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188,084,539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2,472,202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91440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55448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STOP. Using AI Right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240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4,671,269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514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265,495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310896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546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 Spent 24 Hours Drawing at an Anime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94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4,362,332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319,697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466344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7091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 Fixed YouTube 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349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2,925,140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6235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229,311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914400"/>
            <a:ext cx="26517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155448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THE BEAUTIFUL TERRIFYING OCEAN | Subnautica 2...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2240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3,056,815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2514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137,260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10896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31546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Where the hell is Iron Lung...?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794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2,911,546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069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265,031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4663440"/>
            <a:ext cx="2560320" cy="137160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SOAP KILLER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349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</a:rPr>
              <a:t>👁 1,537,524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6235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👍 84,565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ENGAGEMENT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152,949,669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1,673,483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256,592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Top: 564,680,752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91440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64592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737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057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2,501,037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10896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520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149,756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57200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663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6,709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Top: 4,671,269 views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914400"/>
            <a:ext cx="26517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914400"/>
            <a:ext cx="26517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64592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17373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057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1,274,880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10896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LIKES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5204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82,917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572000"/>
            <a:ext cx="2514600" cy="1280160"/>
          </a:xfrm>
          <a:prstGeom prst="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663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AVG 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3,464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Top: 3,056,815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CONTENT TOPICS &amp;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Content topic analysis based on video titles and descriptions.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POSTING FREQUENCY &amp;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65176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6517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 2.0 days (Very Active)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Total: 981 videos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14400"/>
            <a:ext cx="265176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914400"/>
            <a:ext cx="26517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 19.3 days (Infrequent)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Total: 4,661 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914400"/>
            <a:ext cx="265176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914400"/>
            <a:ext cx="26517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 2.2 days (Very Active)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Total: 5,858 videos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8412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AI Analysis: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79552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Posting frequency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GAP ANALYSIS — MISSED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🔍 Content &amp; Strategy Gaps Identified: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Gap analysis based on competitive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RECOMMENDATIONS FOR MRBEAST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🚀 Strategic Action Items: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Strategic recommendations based on competitive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COMPANY RANKINGS &amp;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73152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MrBeast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320040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10/10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Markiplier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194560"/>
            <a:ext cx="32004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10/10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PewDiePie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108960"/>
            <a:ext cx="2560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Video Intelligence Report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Prepared for: MrBeast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Generated on May 20,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